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91440"/>
            <a:ext cx="2926080" cy="292608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IEEE AI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SDLC &amp;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JIRA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EC5"/>
                </a:solidFill>
              </a:rPr>
              <a:t>Project Management in the Real World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6B2"/>
                </a:solidFill>
              </a:rPr>
              <a:t>Presented by  Esraa Mohamed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6B2"/>
                </a:solidFill>
              </a:rPr>
              <a:t>Level 2  •  IEEE AI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SDLC?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9A7"/>
                </a:solidFill>
              </a:rPr>
              <a:t>Software Development Life 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A structured set of steps that helps teams plan, build, test, and deliver software efficiently — saving time, money, and reducing errors.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1280160" cy="1371600"/>
          </a:xfrm>
          <a:prstGeom prst="rect">
            <a:avLst/>
          </a:prstGeom>
          <a:solidFill>
            <a:srgbClr val="4A9EFF">
              <a:alpha val="85000"/>
            </a:srgbClr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Requirement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83080" y="2240280"/>
            <a:ext cx="1280160" cy="137160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Planning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240280"/>
            <a:ext cx="1280160" cy="137160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Design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2240280"/>
            <a:ext cx="1280160" cy="1371600"/>
          </a:xfrm>
          <a:prstGeom prst="rect">
            <a:avLst/>
          </a:prstGeom>
          <a:solidFill>
            <a:srgbClr val="FF8C42">
              <a:alpha val="85000"/>
            </a:srgbClr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Implementation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1280160" cy="1371600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3504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Testing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52360" y="2240280"/>
            <a:ext cx="1280160" cy="1371600"/>
          </a:xfrm>
          <a:prstGeom prst="rect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Deployment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Maintenance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58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</a:rPr>
              <a:t>💡  Without SDLC: unclear plans, missed deadlines, team misalignment, costly bugs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SDLC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6B2"/>
                </a:solidFill>
              </a:rPr>
              <a:t>Different approaches to structuring software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▼  Waterfall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Sequential phases, one after another.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Best for: Fixed, well-defined projects.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Agile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Iterative sprints (1–4 weeks).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Best for: Dynamic, evolving projects.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74320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🏉  Scrum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48132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Framework inside Agile with sprints,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daily standups &amp; retrospectives.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274320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88920"/>
            <a:ext cx="2743200" cy="347472"/>
          </a:xfrm>
          <a:prstGeom prst="rect">
            <a:avLst/>
          </a:prstGeom>
          <a:solidFill>
            <a:srgbClr val="FF8C42">
              <a:alpha val="8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88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Kanban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1729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Visual board with task columns.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Best for: Continuous flow work.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788920"/>
            <a:ext cx="274320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788920"/>
            <a:ext cx="27432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788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  V-Model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1729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Each phase has a paired test phase.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Best for: Safety-critical systems.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788920"/>
            <a:ext cx="274320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788920"/>
            <a:ext cx="2743200" cy="347472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788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🌀  Spiral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1729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Combines Waterfall + iterations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with risk analysis at each cycle.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Jira?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Jira is a project management tool by Atlassian used by software teams worldwide to plan, track, and manage work throughout the SDLC — from first idea to final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Track Issues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443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Bugs, tasks, stories &amp; epics all in one place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Plan Sprints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9443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Create and manage Agile/Scrum sprint cycles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Visualize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9443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Kanban boards, backlogs, burndown charts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Team Collaboration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29443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Assign tasks, comment, set priorities &amp; deadlines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959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</a:rPr>
              <a:t>🏢  Used by 65,000+ companies worldwide — from startups to Netflix, Spotify, and NASA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Jira Key Concepts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6B2"/>
                </a:solidFill>
              </a:rPr>
              <a:t>Understanding the building blocks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005840" cy="100584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124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large body of work that can be broken into smaller stories. Example: 'Build User Authentication System'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20624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05840" cy="1005840"/>
          </a:xfrm>
          <a:prstGeom prst="rect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124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feature from the user's perspective. Example: 'As a user, I can log in with email and password'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420624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0280"/>
            <a:ext cx="1005840" cy="10058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3134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specific piece of work to be done. Example: 'Set up PostgreSQL database schema'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40280"/>
            <a:ext cx="1005840" cy="100584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23134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defect or error found in the software. Example: 'Login button not responding on mobile'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420624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29000"/>
            <a:ext cx="1005840" cy="100584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29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35021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fixed time-box (1–4 weeks) in which the team completes a set of tasks from the backlog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20624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29000"/>
            <a:ext cx="1005840" cy="1005840"/>
          </a:xfrm>
          <a:prstGeom prst="rect">
            <a:avLst/>
          </a:prstGeom>
          <a:solidFill>
            <a:srgbClr val="FF8C42">
              <a:alpha val="8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29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5021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 prioritized list of all issues, stories, and tasks not yet started or in a sprint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Jira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6B2"/>
                </a:solidFill>
              </a:rPr>
              <a:t>How a task moves from idea to done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463040" cy="1645920"/>
          </a:xfrm>
          <a:prstGeom prst="rect">
            <a:avLst/>
          </a:prstGeom>
          <a:solidFill>
            <a:srgbClr val="4A9EFF">
              <a:alpha val="80000"/>
            </a:srgbClr>
          </a:solidFill>
          <a:ln w="1905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 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Task created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in backlog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84832" y="1051560"/>
            <a:ext cx="1463040" cy="1645920"/>
          </a:xfrm>
          <a:prstGeom prst="rect">
            <a:avLst/>
          </a:prstGeom>
          <a:solidFill>
            <a:srgbClr val="FFD166">
              <a:alpha val="80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1155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Developer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is working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03904" y="1051560"/>
            <a:ext cx="1463040" cy="1645920"/>
          </a:xfrm>
          <a:prstGeom prst="rect">
            <a:avLst/>
          </a:prstGeom>
          <a:solidFill>
            <a:srgbClr val="FF8C42">
              <a:alpha val="80000"/>
            </a:srgbClr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1155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3904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Code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or QA check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66944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22976" y="1051560"/>
            <a:ext cx="1463040" cy="1645920"/>
          </a:xfrm>
          <a:prstGeom prst="rect">
            <a:avLst/>
          </a:prstGeom>
          <a:solidFill>
            <a:srgbClr val="A78BFA">
              <a:alpha val="8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11155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2976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QA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tests 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86016" y="1600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42048" y="1051560"/>
            <a:ext cx="1463040" cy="1645920"/>
          </a:xfrm>
          <a:prstGeom prst="rect">
            <a:avLst/>
          </a:prstGeom>
          <a:solidFill>
            <a:srgbClr val="00C9A7">
              <a:alpha val="80000"/>
            </a:srgbClr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42048" y="11155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42048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Accepted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&amp; deployed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solidFill>
            <a:srgbClr val="1B2A3B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Jira Kanban Board  —  Visual representation of the workflow above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260604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46120"/>
            <a:ext cx="2606040" cy="274320"/>
          </a:xfrm>
          <a:prstGeom prst="rect">
            <a:avLst/>
          </a:prstGeom>
          <a:solidFill>
            <a:srgbClr val="4A9EFF">
              <a:alpha val="7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 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58444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84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Set up DB schema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044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Design login UI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22452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24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Write API docs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3246120"/>
            <a:ext cx="260604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246120"/>
            <a:ext cx="2606040" cy="274320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58444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584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Build auth endpoint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0" y="390448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9044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Integrate OAuth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35040" y="3246120"/>
            <a:ext cx="260604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3246120"/>
            <a:ext cx="2606040" cy="274320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358444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584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Project kickoff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390448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9044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Wireframes approved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4224528"/>
            <a:ext cx="2423160" cy="256032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4224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• SRS completed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Jira Across the SDLC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6B2"/>
                </a:solidFill>
              </a:rPr>
              <a:t>How Jira supports every phase of software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103120" cy="530352"/>
          </a:xfrm>
          <a:prstGeom prst="rect">
            <a:avLst/>
          </a:prstGeom>
          <a:solidFill>
            <a:srgbClr val="4A9EFF">
              <a:alpha val="7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Requirement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05156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➜  Create Epics &amp; user Stories, link to stakeholder feedback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2103120" cy="530352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664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➜  Sprint planning, backlog prioritization, capacity &amp; timeline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85039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76856"/>
            <a:ext cx="2103120" cy="530352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768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27685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➜  Design tasks linked to stories, attach SDS documents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85039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FF8C42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9504"/>
            <a:ext cx="2103120" cy="530352"/>
          </a:xfrm>
          <a:prstGeom prst="rect">
            <a:avLst/>
          </a:prstGeom>
          <a:solidFill>
            <a:srgbClr val="FF8C42">
              <a:alpha val="7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95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889504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➜  Assign tasks to devs, track progress on board, daily standups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02152"/>
            <a:ext cx="85039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02152"/>
            <a:ext cx="2103120" cy="530352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021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3502152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➜  Log bugs as issues, link to failing stories, track resolution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85039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F8717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14800"/>
            <a:ext cx="2103120" cy="530352"/>
          </a:xfrm>
          <a:prstGeom prst="rect">
            <a:avLst/>
          </a:prstGeom>
          <a:solidFill>
            <a:srgbClr val="F87171">
              <a:alpha val="7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148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411480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➜  Release management, deployment checklists, version tracking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Jira Reports &amp;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6B2"/>
                </a:solidFill>
              </a:rPr>
              <a:t>Data-driven insights for your 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206240" cy="411480"/>
          </a:xfrm>
          <a:prstGeom prst="rect">
            <a:avLst/>
          </a:prstGeom>
          <a:solidFill>
            <a:srgbClr val="4A9EFF">
              <a:alpha val="78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 Burndown Chart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Shows remaining work vs. time. Tells you if the sprint will finish on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20624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solidFill>
            <a:srgbClr val="00C9A7">
              <a:alpha val="7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Velocity Chart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Tracks how much work the team completes per sprint — useful for future planning.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20624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43200"/>
            <a:ext cx="4206240" cy="411480"/>
          </a:xfrm>
          <a:prstGeom prst="rect">
            <a:avLst/>
          </a:prstGeom>
          <a:solidFill>
            <a:srgbClr val="FFD166">
              <a:alpha val="7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Sprint 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Summary of completed, incomplete, and removed issues at the end of a sprint.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20624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4206240" cy="411480"/>
          </a:xfrm>
          <a:prstGeom prst="rect">
            <a:avLst/>
          </a:prstGeom>
          <a:solidFill>
            <a:srgbClr val="FF8C42">
              <a:alpha val="78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🌊  Cumulative 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Shows issue states over time — identifies bottlenecks in your workflow.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62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</a:rPr>
              <a:t>These reports help teams reflect, improve, and make data-backed decisions every sprint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Real-World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FF8C42">
              <a:alpha val="8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Scenario: Building an AI-Powered Chatbot for a University Help Desk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868680" cy="566928"/>
          </a:xfrm>
          <a:prstGeom prst="rect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335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>REQUIREMENT ANALYSIS 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34440" y="1572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Create Epic: 'AI Help Desk Bot'. Add stories: NLP intent detection, FAQ answering, escalation to human agent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850392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65960"/>
            <a:ext cx="868680" cy="56692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659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002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PLANNING &amp; DESIGN 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34440" y="2240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Backlog refinement. Estimate story points. Assign ML engineer, backend dev, UI designer. Timeline: 3 sprints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33472"/>
            <a:ext cx="850392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33472"/>
            <a:ext cx="868680" cy="56692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IMPLEMENTATION 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34440" y="29077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Tasks on Kanban board: train model, build API, connect frontend. Daily standups tracked in Jira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300984"/>
            <a:ext cx="850392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300984"/>
            <a:ext cx="868680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0098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3444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TESTING &amp; BUG FIXING 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34440" y="35753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QA logs 12 bugs in Jira. Devs link bugs to stories. Burndown chart shows 2-day delay — team adjusts scope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850392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68496"/>
            <a:ext cx="868680" cy="566928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6849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Release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4005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DEPLOYMENT 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34440" y="42428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Release version v1.0 in Jira. Deployment checklist completed. Stakeholder demo scheduled as calendar task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77724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SDLC gives structure to software development, turning chaos into a repeatable pipeline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77724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361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5361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Agile &amp; Scrum are the most widely used SDLC models in real companies today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77724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1579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15798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Jira is the industry-standard tool for managing SDLC work — plan, track, and ship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77724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77977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77977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Epics → Stories → Tasks → Bugs: Jira's hierarchy maps directly to SDLC phases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77724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015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40156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Jira reports (burndown, velocity) help teams continuously improve sprint by sprint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77724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0233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02336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No matter the project size, Jira + SDLC = better teamwork, fewer bugs, faster delivery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6B2"/>
                </a:solidFill>
              </a:rPr>
              <a:t>SDLC &amp; Jira  •  Esraa Mohamed  •  IEEE AI Team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1371600"/>
            <a:ext cx="3200400" cy="32004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542032"/>
            <a:ext cx="4572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96B2"/>
                </a:solidFill>
              </a:rPr>
              <a:t>Esraa Mohamed  •  IEEE AI Team – Level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6B2"/>
                </a:solidFill>
              </a:rPr>
              <a:t>Topic: Jira Project Management &amp; SDLC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8872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SDLC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3749040"/>
            <a:ext cx="118872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Jira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3749040"/>
            <a:ext cx="118872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Agile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3749040"/>
            <a:ext cx="118872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Scrum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118872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Kanban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89520" y="3749040"/>
            <a:ext cx="118872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Project Management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&amp; SDLC – IEEE AI Team</dc:title>
  <dc:subject>PptxGenJS Presentation</dc:subject>
  <dc:creator>PptxGenJS</dc:creator>
  <cp:lastModifiedBy>PptxGenJS</cp:lastModifiedBy>
  <cp:revision>1</cp:revision>
  <dcterms:created xsi:type="dcterms:W3CDTF">2026-04-12T15:03:56Z</dcterms:created>
  <dcterms:modified xsi:type="dcterms:W3CDTF">2026-04-12T15:03:56Z</dcterms:modified>
</cp:coreProperties>
</file>